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WORLD UNIVERSITY OF BANGLADESH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C7D2FE"/>
                </a:solidFill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700" b="1" i="0">
                <a:solidFill>
                  <a:srgbClr val="0F172A"/>
                </a:solidFill>
              </a:rPr>
              <a:t>An Explainable QR Code Analysis for Detecting Phishing and Malicious URLs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</a:rPr>
              <a:t>Presented by</a:t>
            </a:r>
          </a:p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</a:rPr>
              <a:t>Md Shahidul Islam  (WUB 03/23/63/3735)     ·     Md Riad Khan  (WUB 03/23/63/3738)</a:t>
            </a:r>
          </a:p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</a:rPr>
              <a:t>Md Zonaet Hossain Munna  (WUB 03/23/63/3746)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334155"/>
                </a:solidFill>
              </a:rPr>
              <a:t>Supervised by:  Mst. Nishita Aktar, Lecturer, Department of Computer Science &amp; Engineering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02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41148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9921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334155"/>
                </a:solidFill>
              </a:rPr>
              <a:t>QR codes are everywhere, but they are opaque — a malicious link hidden inside one is invisible to the user, an attack known as “quishing”. This thesis proposes an explainable machine-learning system that decodes the URL from a QR code and classifies it into four categories — benign, phishing, malware, and defacement — using a dual-input Transformer model that combines character-level encoding with brand-similarity features.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4155"/>
                </a:solidFill>
              </a:rPr>
              <a:t>Trained on a multi-source dataset of 402,684 URLs, the model achieves 91.2% four-class accuracy and 93% on the safe-versus-threat decision (ROC-AUC 0.97), generalizes to unseen brand-impersonation attacks, and runs as a working web and mobile prototype that explains every verdict.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03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QR codes are now everywhere — payments, menus, transit, banking, and advertising — and their use keeps growing.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They are convenient: a single scan instantly bridges the physical and digital worlds.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But they can also hide danger — “quishing” (QR + phishing): attackers place phishing, malware, or defacement links inside ordinary QR codes.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It is a real and growing threat, reported in security studies (Vidas, 2013; Krombholz, 2021).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04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0" i="0">
                <a:solidFill>
                  <a:srgbClr val="64748B"/>
                </a:solidFill>
              </a:rPr>
              <a:t>The thesis has two main objectives:</a:t>
            </a:r>
          </a:p>
          <a:p>
            <a:pPr>
              <a:spcAft>
                <a:spcPts val="2400"/>
              </a:spcAft>
            </a:pPr>
            <a:r>
              <a:rPr sz="2600" b="1">
                <a:solidFill>
                  <a:srgbClr val="4F46E5"/>
                </a:solidFill>
              </a:rPr>
              <a:t>01   </a:t>
            </a:r>
            <a:r>
              <a:rPr sz="2000">
                <a:solidFill>
                  <a:srgbClr val="0F172A"/>
                </a:solidFill>
              </a:rPr>
              <a:t>To propose a novel machine-learning-based model for explainable QR code analysis to detect phishing and malicious URLs.</a:t>
            </a:r>
          </a:p>
          <a:p>
            <a:pPr>
              <a:spcAft>
                <a:spcPts val="2400"/>
              </a:spcAft>
            </a:pPr>
            <a:r>
              <a:rPr sz="2600" b="1">
                <a:solidFill>
                  <a:srgbClr val="4F46E5"/>
                </a:solidFill>
              </a:rPr>
              <a:t>02   </a:t>
            </a:r>
            <a:r>
              <a:rPr sz="2000">
                <a:solidFill>
                  <a:srgbClr val="0F172A"/>
                </a:solidFill>
              </a:rPr>
              <a:t>To evaluate the accuracy level of the proposed system in comparison with existing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Description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05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A QR code is just a picture of a link — a safe and a malicious one look identical, so the user cannot judge it before scanning.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Scanner apps decode and open the link with no security check at all.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1">
                <a:solidFill>
                  <a:srgbClr val="0F172A"/>
                </a:solidFill>
              </a:rPr>
              <a:t>The danger is in the decoded URL, not the image — so the link text must be analyzed, not the picture.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When a tool does warn, it gives only a label with no reason, so users cannot trust or understand it.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1">
                <a:solidFill>
                  <a:srgbClr val="0F172A"/>
                </a:solidFill>
              </a:rPr>
              <a:t>The challenge: detect malicious URLs in QR codes *and* explain the verdict — before the link opens.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Scope of 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06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4023360"/>
          </a:xfrm>
          <a:prstGeom prst="roundRect">
            <a:avLst/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6A34A"/>
                </a:solidFill>
              </a:rPr>
              <a:t>✅  IN SCOPE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•  URL-text classification into 4 classes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•  Multi-source dataset of 402,684 URLs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•  Dual-input Transformer model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•  Human-readable explanations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•  Working web &amp; mobile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120640" cy="4023360"/>
          </a:xfrm>
          <a:prstGeom prst="roundRect">
            <a:avLst/>
          </a:prstGeom>
          <a:solidFill>
            <a:srgbClr val="FE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C2626"/>
                </a:solidFill>
              </a:rPr>
              <a:t>🚫  OUT OF SCOPE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34155"/>
                </a:solidFill>
              </a:rPr>
              <a:t>•  Destination-page content analysis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34155"/>
                </a:solidFill>
              </a:rPr>
              <a:t>•  On-device / production real-time deployment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34155"/>
                </a:solidFill>
              </a:rPr>
              <a:t>•  Non-URL QR content (Wi-Fi, plain text)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34155"/>
                </a:solidFill>
              </a:rPr>
              <a:t>•  Formal SHAP/LIME feature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07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6126480" cy="41148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5669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4F46E5"/>
                </a:solidFill>
              </a:rPr>
              <a:t>PRIOR WORK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334155"/>
                </a:solidFill>
              </a:rPr>
              <a:t>•  URL-based ML: character-CNN (Aljofey, 2020) and CNN-ensemble (Yang, 2021) — 95–99%, but on web/email URLs.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334155"/>
                </a:solidFill>
              </a:rPr>
              <a:t>•  Explainable AI for phishing: SHAP/LIME feature attribution (Shafin, 2024; Mohi et al., 2025).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334155"/>
                </a:solidFill>
              </a:rPr>
              <a:t>•  QR-specific security: mostly image-based and binary (Trad &amp; Chehab, 2025; Vidas, 2013).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874519"/>
            <a:ext cx="4251960" cy="4114800"/>
          </a:xfrm>
          <a:prstGeom prst="roundRect">
            <a:avLst/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0312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0D9488"/>
                </a:solidFill>
              </a:rPr>
              <a:t>RESEARCH GAP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334155"/>
                </a:solidFill>
              </a:rPr>
              <a:t>•  Few QR-specific detectors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334155"/>
                </a:solidFill>
              </a:rPr>
              <a:t>•  Mostly binary, not multi-class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334155"/>
                </a:solidFill>
              </a:rPr>
              <a:t>•  Limited explainability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334155"/>
                </a:solidFill>
              </a:rPr>
              <a:t>•  No held-out brand generalization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08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4F46E5"/>
                </a:solidFill>
              </a:rPr>
              <a:t>KEY TECHNIQUES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34155"/>
                </a:solidFill>
              </a:rPr>
              <a:t>▸  Multi-source data + brand-attack augmentation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34155"/>
                </a:solidFill>
              </a:rPr>
              <a:t>▸  Character encoding + brand-similarity features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34155"/>
                </a:solidFill>
              </a:rPr>
              <a:t>▸  Dual-input Transformer model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34155"/>
                </a:solidFill>
              </a:rPr>
              <a:t>▸  Class weighting, dropout, early stopping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334155"/>
                </a:solidFill>
              </a:rPr>
              <a:t>▸  Held-out test + generalization + ablation</a:t>
            </a:r>
          </a:p>
        </p:txBody>
      </p:sp>
      <p:pic>
        <p:nvPicPr>
          <p:cNvPr id="7" name="Picture 6" descr="fig_3_1_workflow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91640"/>
            <a:ext cx="5669280" cy="3779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5516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</a:rPr>
              <a:t>Agile research workflow (6 iterative phases)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Requirement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09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4F46E5"/>
                </a:solidFill>
              </a:rPr>
              <a:t>FUNCTIONAL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Decode the QR code to recover the URL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Normalize the URL + compute features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Classify into 4 classes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Show result + confidence + explanation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Never open the link before the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</a:rPr>
              <a:t>NON-FUNCTIONAL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Fast — ~62 ms per URL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Reliable &amp; consistent predictions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Scalable — easy to retrain on new feeds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334155"/>
                </a:solidFill>
              </a:rPr>
              <a:t>•  Usable — clear to non-technical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Design &amp; Development —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10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0F172A"/>
                </a:solidFill>
              </a:rPr>
              <a:t>Dual-Input Transformer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▸  Character tower: embedding → Conv1D → self-attention → pooling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▸  Brand tower: 4 brand-similarity features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▸  Fused → softmax over 4 classes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4155"/>
                </a:solidFill>
              </a:rPr>
              <a:t>▸  ~130,196 parameters (lightweight)</a:t>
            </a:r>
          </a:p>
        </p:txBody>
      </p:sp>
      <p:pic>
        <p:nvPicPr>
          <p:cNvPr id="7" name="Picture 6" descr="fig_3_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202" y="1645920"/>
            <a:ext cx="324543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6263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</a:rPr>
              <a:t>Dual-input model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Design &amp; Development —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11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pic>
        <p:nvPicPr>
          <p:cNvPr id="6" name="Picture 5" descr="fig_4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790" y="1554480"/>
            <a:ext cx="330289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334155"/>
                </a:solidFill>
              </a:rPr>
              <a:t>FastAPI backend serves the model.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334155"/>
                </a:solidFill>
              </a:rPr>
              <a:t>pyzbar decodes the QR; PostgreSQL stores results.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334155"/>
                </a:solidFill>
              </a:rPr>
              <a:t>Web (Next.js) + mobile (Expo) clients.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</a:rPr>
              <a:t>Deployed: Docker on Hugging Face Spaces; web on Vercel.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12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514600" cy="1554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2514600" cy="76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4F46E5"/>
                </a:solidFill>
              </a:rPr>
              <a:t>91.2%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</a:rPr>
              <a:t>4-class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83080"/>
            <a:ext cx="2514600" cy="1554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514600" cy="762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3911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D9488"/>
                </a:solidFill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072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</a:rPr>
              <a:t>safe-vs-threat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514600" cy="1554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2514600" cy="76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03911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4F46E5"/>
                </a:solidFill>
              </a:rPr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072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</a:rPr>
              <a:t>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783080"/>
            <a:ext cx="2514600" cy="1554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1783080"/>
            <a:ext cx="2514600" cy="762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03911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D9488"/>
                </a:solidFill>
              </a:rPr>
              <a:t>~62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8072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334155"/>
                </a:solidFill>
              </a:rPr>
              <a:t>per URL (CPU)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49039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</a:rPr>
              <a:t>▸   </a:t>
            </a:r>
            <a:r>
              <a:rPr sz="1600" b="1">
                <a:solidFill>
                  <a:srgbClr val="0F172A"/>
                </a:solidFill>
              </a:rPr>
              <a:t>Generalization: correctly flagged look-alike attacks from brands withheld from training (dropbox, reddit, pickaboo).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</a:rPr>
              <a:t>▸   </a:t>
            </a:r>
            <a:r>
              <a:rPr sz="1600" b="1">
                <a:solidFill>
                  <a:srgbClr val="0F172A"/>
                </a:solidFill>
              </a:rPr>
              <a:t>Ablation (honest): a character-only model performed almost identically — so the augmentation drives accuracy;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</a:rPr>
              <a:t>•   </a:t>
            </a:r>
            <a:r>
              <a:rPr sz="1300" b="0">
                <a:solidFill>
                  <a:srgbClr val="64748B"/>
                </a:solidFill>
              </a:rPr>
              <a:t>the brand features mainly power the explanation shown to the user.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Demonstration — Web &amp;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13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pic>
        <p:nvPicPr>
          <p:cNvPr id="6" name="Picture 5" descr="wb-d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4846320" cy="3001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479324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</a:rPr>
              <a:t>Web — Dangerous (phishing)</a:t>
            </a:r>
          </a:p>
        </p:txBody>
      </p:sp>
      <p:pic>
        <p:nvPicPr>
          <p:cNvPr id="8" name="Picture 7" descr="mobile-da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894" y="1737360"/>
            <a:ext cx="1727314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19672" y="56327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</a:rPr>
              <a:t>Mobile — Dangerous (phishing)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Our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14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Showed that QR-code phishing can be addressed by classifying the decoded URL text, avoiding the weaker signal of QR-image classification.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Introduced a dual-input architecture (character Transformer + brand-similarity features) and, through an ablation study, established that the features mainly serve explainability rather than accuracy.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Used a four-class formulation (benign, phishing, malware, defacement) rather than a simple binary split — a finer-grained risk signal.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Validated the model’s generalization through a held-out brand test — an evaluation step often missing in comparable studies.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15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DC2626"/>
                </a:solidFill>
              </a:rPr>
              <a:t>LIMITATIONS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Real root brands (paypal.com) occasionally flagged — patched by a safeguard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Benign vs phishing confusion on sensitive paths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Smaller malware class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Rule-based explanation (not SHAP/LIME yet)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URL-only — no destination-page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D9488"/>
                </a:solidFill>
              </a:rPr>
              <a:t>FUTURE WORK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Expand the brand list + malware-class data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Add a SHAP/LIME explanation layer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Production, real-time, on-device deployment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Destination-page content analysis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Larger / pretrained models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334155"/>
                </a:solidFill>
              </a:rPr>
              <a:t>•  Continuous retraining on live threat feeds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F46E5"/>
                </a:solidFill>
              </a:rPr>
              <a:t>16 </a:t>
            </a:r>
            <a:r>
              <a:rPr sz="1300">
                <a:solidFill>
                  <a:srgbClr val="64748B"/>
                </a:solidFill>
              </a:rPr>
              <a:t>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1">
                <a:solidFill>
                  <a:srgbClr val="0F172A"/>
                </a:solidFill>
              </a:rPr>
              <a:t>Quishing is best tackled at the URL level, not by analyzing the QR image.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Our explainable dual-input Transformer detects malicious URLs accurately (91.2% across four classes) and generalizes to brand attacks it never saw.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It runs as a working web and mobile prototype that explains every verdict in plain words.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0">
                <a:solidFill>
                  <a:srgbClr val="334155"/>
                </a:solidFill>
              </a:rPr>
              <a:t>The honest ablation shows the system works — and exactly why: the augmentation drives the accuracy, the brand features drive the explanation.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F46E5"/>
                </a:solidFill>
              </a:rPr>
              <a:t>▸   </a:t>
            </a:r>
            <a:r>
              <a:rPr sz="1800" b="1">
                <a:solidFill>
                  <a:srgbClr val="0F172A"/>
                </a:solidFill>
              </a:rPr>
              <a:t>Outcome: a practical, reproducible foundation for explainable QR-code phishing detection.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</a:rPr>
              <a:t>Thank You</a:t>
            </a:r>
          </a:p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C7D2FE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Md Shahidul Islam   ·   Md Riad Khan   ·   Md Zonaet Hossain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C7D2FE"/>
                </a:solidFill>
              </a:rPr>
              <a:t>Supervised by:  Mst. Nishita Aktar, Lecturer, Dept.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